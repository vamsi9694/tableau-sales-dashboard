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30C5060-A059-4061-8DE5-282F274757E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05DCBEF-5B91-439B-A5F9-68088FBFA1A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07-04-2026 11:38:35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7116A314-6194-4179-AC1D-7F5057FA5C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2026-04-07T06:08:35Z</dcterms:created>
  <dcterms:modified xsi:type="dcterms:W3CDTF">2026-04-07T06:08:35Z</dcterms:modified>
</cp:coreProperties>
</file>